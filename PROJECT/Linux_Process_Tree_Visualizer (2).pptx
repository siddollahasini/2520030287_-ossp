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dcfc2d1-1e1e-a8f1-c7af-33a9e0fc1099}">
          <p14:sldIdLst>
            <p14:sldId id="256"/>
          </p14:sldIdLst>
        </p14:section>
        <p14:section name="Problem" id="{ba2e5a21-e0de-6bf5-3bbf-1c901cd54cf8}">
          <p14:sldIdLst>
            <p14:sldId id="257"/>
            <p14:sldId id="258"/>
          </p14:sldIdLst>
        </p14:section>
        <p14:section name="Design" id="{12655b13-97d5-5a1c-f3b1-528106ccc35a}">
          <p14:sldIdLst>
            <p14:sldId id="259"/>
            <p14:sldId id="260"/>
          </p14:sldIdLst>
        </p14:section>
        <p14:section name="Implementation" id="{3a916eed-b0d9-1afd-6a15-88e794b4ed69}">
          <p14:sldIdLst>
            <p14:sldId id="261"/>
            <p14:sldId id="262"/>
            <p14:sldId id="263"/>
          </p14:sldIdLst>
        </p14:section>
        <p14:section name="Testing" id="{7abf6dde-d9d4-565c-7100-2293b44c7c97}">
          <p14:sldIdLst>
            <p14:sldId id="264"/>
          </p14:sldIdLst>
        </p14:section>
        <p14:section name="Results" id="{df94b0e7-b5db-5947-e474-e47cf1f69661}">
          <p14:sldIdLst>
            <p14:sldId id="265"/>
            <p14:sldId id="266"/>
          </p14:sldIdLst>
        </p14:section>
        <p14:section name="Impact" id="{f11e9074-0cca-c85f-8fa3-4a04c2402350}">
          <p14:sldIdLst>
            <p14:sldId id="267"/>
          </p14:sldIdLst>
        </p14:section>
        <p14:section name="Close" id="{5ca39e8b-d2c0-a386-ed9f-0d3ece5ef1c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1A1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E1A14"/>
                </a:solidFill>
                <a:latin typeface="+mn-lt"/>
              </a:rPr>
              <a:t>Lines of code per module (about 2,150 in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Lines of C</c:v>
                </c:pt>
              </c:strCache>
            </c:strRef>
          </c:tx>
          <c:spPr>
            <a:solidFill>
              <a:srgbClr val="1F9D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1A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co5_files</c:v>
                  </c:pt>
                  <c:pt idx="1">
                    <c:v>co4_memory</c:v>
                  </c:pt>
                  <c:pt idx="2">
                    <c:v>co6_threads</c:v>
                  </c:pt>
                  <c:pt idx="3">
                    <c:v>co3_ipc</c:v>
                  </c:pt>
                  <c:pt idx="4">
                    <c:v>main</c:v>
                  </c:pt>
                  <c:pt idx="5">
                    <c:v>co2_process</c:v>
                  </c:pt>
                  <c:pt idx="6">
                    <c:v>viewer</c:v>
                  </c:pt>
                  <c:pt idx="7">
                    <c:v>proc</c:v>
                  </c:pt>
                  <c:pt idx="8">
                    <c:v>co1_layers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385</c:v>
                </c:pt>
                <c:pt idx="1">
                  <c:v>282</c:v>
                </c:pt>
                <c:pt idx="2">
                  <c:v>261</c:v>
                </c:pt>
                <c:pt idx="3">
                  <c:v>241</c:v>
                </c:pt>
                <c:pt idx="4">
                  <c:v>208</c:v>
                </c:pt>
                <c:pt idx="5">
                  <c:v>170</c:v>
                </c:pt>
                <c:pt idx="6">
                  <c:v>193</c:v>
                </c:pt>
                <c:pt idx="7">
                  <c:v>167</c:v>
                </c:pt>
                <c:pt idx="8">
                  <c:v>143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E1A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1A1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 tool that reads /proc and draws the live process hierarchy. Mention the group members and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ee icon" descr="Process tre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Process Tree Visualizer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945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3B8"/>
                </a:solidFill>
              </a:rPr>
              <a:t>A terminal tool that shows the hierarchy of running processes and their parent-child relationships in real time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Operating Systems and Systems Programming (25CS2104E)  |  Group G-15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2520030047  BATTINA CHANDRIKA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2520030396  PUTTI MOKSHITHA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2520030287  SIDDOLLA HASINI</a:t>
            </a:r>
            <a:endParaRPr lang="en-US" sz="1300" dirty="0"/>
          </a:p>
        </p:txBody>
      </p:sp>
      <p:sp>
        <p:nvSpPr>
          <p:cNvPr id="7" name="Terminal"/>
          <p:cNvSpPr/>
          <p:nvPr/>
        </p:nvSpPr>
        <p:spPr>
          <a:xfrm>
            <a:off x="5943600" y="411480"/>
            <a:ext cx="2743200" cy="10972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80760" y="502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./ptree -k -d 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systemd (1)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sshd (812)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bash (1204)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Create a tool that displays the hierarchy of running processes and their parent-child relationships in real time.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Flat lists hide structure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ps and top show processes as rows, not as who started whom.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63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Processes change constantly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Children are created and exit every second, so a static dump goes stale.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404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Hard to spot trouble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Zombies, orphans and runaway children are easy to miss without the tree.</a:t>
            </a:r>
            <a:endParaRPr lang="en-US" sz="1400" dirty="0"/>
          </a:p>
        </p:txBody>
      </p:sp>
      <p:sp>
        <p:nvSpPr>
          <p:cNvPr id="7" name="Terminal"/>
          <p:cNvSpPr/>
          <p:nvPr/>
        </p:nvSpPr>
        <p:spPr>
          <a:xfrm>
            <a:off x="5029200" y="1143000"/>
            <a:ext cx="3657600" cy="3383280"/>
          </a:xfrm>
          <a:prstGeom prst="roundRect">
            <a:avLst>
              <a:gd name="adj" fmla="val 1622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66360" y="123444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systemd (1)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sshd (812)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sshd (1190)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bash (1204)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├── vim (1377)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└── sleep (1402)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cron (640)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dockerd (701)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containerd (755)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Illustration of the hierarchy the tool draws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tool does</a:t>
            </a:r>
            <a:endParaRPr lang="en-US" sz="30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eature icon 1 bg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5" name="Feature icon 1" descr="Featur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294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258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tree view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Refreshes every second (-i to change); -o prints once and exits.</a:t>
            </a:r>
            <a:endParaRPr lang="en-US" sz="1600" dirty="0"/>
          </a:p>
        </p:txBody>
      </p:sp>
      <p:sp>
        <p:nvSpPr>
          <p:cNvPr id="7" name="Feature card 2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eature icon 2 bg"/>
          <p:cNvSpPr/>
          <p:nvPr/>
        </p:nvSpPr>
        <p:spPr>
          <a:xfrm>
            <a:off x="4892040" y="1463040"/>
            <a:ext cx="640080" cy="64008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9" name="Feature icon 2" descr="Featur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162946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15000" y="13258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Rich process info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Name, PID, state, owner, resident memory and thread count on every line.</a:t>
            </a:r>
            <a:endParaRPr lang="en-US" sz="1600" dirty="0"/>
          </a:p>
        </p:txBody>
      </p:sp>
      <p:sp>
        <p:nvSpPr>
          <p:cNvPr id="11" name="Feature card 3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eature icon 3 bg"/>
          <p:cNvSpPr/>
          <p:nvPr/>
        </p:nvSpPr>
        <p:spPr>
          <a:xfrm>
            <a:off x="685800" y="3154680"/>
            <a:ext cx="640080" cy="64008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13" name="Feature icon 3" descr="Featur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33211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0175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Change tracking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Green + marks new processes; an Exited: line lists finished ones.</a:t>
            </a:r>
            <a:endParaRPr lang="en-US" sz="1600" dirty="0"/>
          </a:p>
        </p:txBody>
      </p:sp>
      <p:sp>
        <p:nvSpPr>
          <p:cNvPr id="15" name="Feature card 4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eature icon 4 bg"/>
          <p:cNvSpPr/>
          <p:nvPr/>
        </p:nvSpPr>
        <p:spPr>
          <a:xfrm>
            <a:off x="4892040" y="3154680"/>
            <a:ext cx="640080" cy="64008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17" name="Feature icon 4" descr="Featur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332110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715000" y="30175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Filters and control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-k hides kernel threads, -d limits depth, -p shows one subtree, USR1/USR2 signals.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000" dirty="0"/>
          </a:p>
        </p:txBody>
      </p:sp>
      <p:sp>
        <p:nvSpPr>
          <p:cNvPr id="3" name="Flow box 1"/>
          <p:cNvSpPr/>
          <p:nvPr/>
        </p:nvSpPr>
        <p:spPr>
          <a:xfrm>
            <a:off x="457200" y="128016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/proc filesystem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Kernel data: /proc/&lt;pid&gt;/stat and status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2350008" y="1828800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Flow box 2"/>
          <p:cNvSpPr/>
          <p:nvPr/>
        </p:nvSpPr>
        <p:spPr>
          <a:xfrm>
            <a:off x="2606040" y="128016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325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proc.c  (core)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Reads every PID, builds the parent-child tree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498848" y="1828800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 box 3"/>
          <p:cNvSpPr/>
          <p:nvPr/>
        </p:nvSpPr>
        <p:spPr>
          <a:xfrm>
            <a:off x="4754880" y="128016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viewer.c  (core)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Draws branches, colours, stats, new/exited marks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6647688" y="1828800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Flow box 4"/>
          <p:cNvSpPr/>
          <p:nvPr/>
        </p:nvSpPr>
        <p:spPr>
          <a:xfrm>
            <a:off x="6903720" y="128016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1325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Terminal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Live display, refreshed every N seconds</a:t>
            </a:r>
            <a:endParaRPr lang="en-US" sz="1500" dirty="0"/>
          </a:p>
        </p:txBody>
      </p:sp>
      <p:sp>
        <p:nvSpPr>
          <p:cNvPr id="14" name="main.c bar"/>
          <p:cNvSpPr/>
          <p:nvPr/>
        </p:nvSpPr>
        <p:spPr>
          <a:xfrm>
            <a:off x="457200" y="292608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main.c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parses options, runs the refresh loop, handles SIGINT / SIGUSR1 / SIGUSR2</a:t>
            </a:r>
            <a:endParaRPr lang="en-US" sz="1400" dirty="0"/>
          </a:p>
        </p:txBody>
      </p:sp>
      <p:sp>
        <p:nvSpPr>
          <p:cNvPr id="16" name="CO modules bar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co1 to co6 modules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runnable demo per course outcome, using the tool's own processes as the example: layers, process control, IPC, memory, files, threads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core works</a:t>
            </a:r>
            <a:endParaRPr lang="en-US" sz="3000" dirty="0"/>
          </a:p>
        </p:txBody>
      </p:sp>
      <p:sp>
        <p:nvSpPr>
          <p:cNvPr id="3" name="Step number 1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887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Every numeric folder in /proc is a running process.</a:t>
            </a:r>
            <a:endParaRPr lang="en-US" sz="1600" dirty="0"/>
          </a:p>
        </p:txBody>
      </p:sp>
      <p:sp>
        <p:nvSpPr>
          <p:cNvPr id="6" name="Step number 2"/>
          <p:cNvSpPr/>
          <p:nvPr/>
        </p:nvSpPr>
        <p:spPr>
          <a:xfrm>
            <a:off x="466344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1887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stat gives name, state, PPID, threads; status gives owner and memory.</a:t>
            </a:r>
            <a:endParaRPr lang="en-US" sz="1600" dirty="0"/>
          </a:p>
        </p:txBody>
      </p:sp>
      <p:sp>
        <p:nvSpPr>
          <p:cNvPr id="9" name="Step number 3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86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Sort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Sort all processes by PID.</a:t>
            </a:r>
            <a:endParaRPr lang="en-US" sz="1600" dirty="0"/>
          </a:p>
        </p:txBody>
      </p:sp>
      <p:sp>
        <p:nvSpPr>
          <p:cNvPr id="12" name="Step number 4"/>
          <p:cNvSpPr/>
          <p:nvPr/>
        </p:nvSpPr>
        <p:spPr>
          <a:xfrm>
            <a:off x="4663440" y="2377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286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Link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Each process finds its parent by binary search and joins a first-child / next-sibling list.</a:t>
            </a:r>
            <a:endParaRPr lang="en-US" sz="1600" dirty="0"/>
          </a:p>
        </p:txBody>
      </p:sp>
      <p:sp>
        <p:nvSpPr>
          <p:cNvPr id="15" name="Step number 5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Draw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recursive depth-first walk prints the tree with ├── and └── branches.</a:t>
            </a:r>
            <a:endParaRPr lang="en-US" sz="1600" dirty="0"/>
          </a:p>
        </p:txBody>
      </p:sp>
      <p:sp>
        <p:nvSpPr>
          <p:cNvPr id="18" name="Step number 6"/>
          <p:cNvSpPr/>
          <p:nvPr/>
        </p:nvSpPr>
        <p:spPr>
          <a:xfrm>
            <a:off x="466344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Compare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Reload every N seconds and diff against the last snapshot for new and exited processes.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Parent-child links come from one field: the PPID stored in /proc/&lt;pid&gt;/stat.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approach</a:t>
            </a:r>
            <a:endParaRPr lang="en-US" sz="3000" dirty="0"/>
          </a:p>
        </p:txBody>
      </p:sp>
      <p:sp>
        <p:nvSpPr>
          <p:cNvPr id="3" name="Terminal"/>
          <p:cNvSpPr/>
          <p:nvPr/>
        </p:nvSpPr>
        <p:spPr>
          <a:xfrm>
            <a:off x="457200" y="1143000"/>
            <a:ext cx="3931920" cy="210312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pid, ppid;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comm[64];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state;   // R S D Z 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rss_kb, threads;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is_new;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first_child;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next_sibling;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Proc;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Plain C, no external libraries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Tree stored as indexes, not pointers, in one array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Vanished processes handled: read_process returns -1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Kernel threads flagged so -k can hide them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663440" y="1051560"/>
          <a:ext cx="4023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Tech card 1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ch icon 1 bg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5" name="Tech icon 1" descr="Tech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5023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 (GNU C, gcc)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Whole tool, built with -Wall -Wextra -O2.</a:t>
            </a:r>
            <a:endParaRPr lang="en-US" sz="1500" dirty="0"/>
          </a:p>
        </p:txBody>
      </p:sp>
      <p:sp>
        <p:nvSpPr>
          <p:cNvPr id="7" name="Tech card 2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ch icon 2 bg"/>
          <p:cNvSpPr/>
          <p:nvPr/>
        </p:nvSpPr>
        <p:spPr>
          <a:xfrm>
            <a:off x="3429000" y="137160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9" name="Tech icon 2" descr="Tech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150235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2900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make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Makefile targets: all, run, demo, clean.</a:t>
            </a:r>
            <a:endParaRPr lang="en-US" sz="1500" dirty="0"/>
          </a:p>
        </p:txBody>
      </p:sp>
      <p:sp>
        <p:nvSpPr>
          <p:cNvPr id="11" name="Tech card 3"/>
          <p:cNvSpPr/>
          <p:nvPr/>
        </p:nvSpPr>
        <p:spPr>
          <a:xfrm>
            <a:off x="603504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ch icon 3 bg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13" name="Tech icon 3" descr="Tech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50235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1792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/proc filesystem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Source of all process data; no sudo needed.</a:t>
            </a:r>
            <a:endParaRPr lang="en-US" sz="1500" dirty="0"/>
          </a:p>
        </p:txBody>
      </p:sp>
      <p:sp>
        <p:nvSpPr>
          <p:cNvPr id="15" name="Tech card 4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ch icon 4 bg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17" name="Tech icon 4" descr="Tech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239719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008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POSIX system calls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fork, exec, wait, pipe, mkfifo, mmap, sockets, signals.</a:t>
            </a:r>
            <a:endParaRPr lang="en-US" sz="1500" dirty="0"/>
          </a:p>
        </p:txBody>
      </p:sp>
      <p:sp>
        <p:nvSpPr>
          <p:cNvPr id="19" name="Tech card 5"/>
          <p:cNvSpPr/>
          <p:nvPr/>
        </p:nvSpPr>
        <p:spPr>
          <a:xfrm>
            <a:off x="324612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ch icon 5 bg"/>
          <p:cNvSpPr/>
          <p:nvPr/>
        </p:nvSpPr>
        <p:spPr>
          <a:xfrm>
            <a:off x="3429000" y="310896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21" name="Tech icon 5" descr="Tech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759" y="3239719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42900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pthreads and semaphores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Mutex, condition variables, counting semaphore.</a:t>
            </a:r>
            <a:endParaRPr lang="en-US" sz="1500" dirty="0"/>
          </a:p>
        </p:txBody>
      </p:sp>
      <p:sp>
        <p:nvSpPr>
          <p:cNvPr id="23" name="Tech card 6"/>
          <p:cNvSpPr/>
          <p:nvPr/>
        </p:nvSpPr>
        <p:spPr>
          <a:xfrm>
            <a:off x="603504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ch icon 6 bg"/>
          <p:cNvSpPr/>
          <p:nvPr/>
        </p:nvSpPr>
        <p:spPr>
          <a:xfrm>
            <a:off x="6217920" y="310896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25" name="Tech icon 6" descr="Tech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679" y="3239719"/>
            <a:ext cx="241402" cy="24140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21792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Ubuntu / WSL, VS Code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Developed and run in the terminal, plain ANSI colours.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course outcomes, one module each</a:t>
            </a:r>
            <a:endParaRPr lang="en-US" sz="3000" dirty="0"/>
          </a:p>
        </p:txBody>
      </p:sp>
      <p:sp>
        <p:nvSpPr>
          <p:cNvPr id="3" name="CO card 1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 icon 1 bg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5" name="CO icon 1" descr="CO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5023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CO1  Layered 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User/kernel mode, syscalls, the shell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--layers</a:t>
            </a:r>
            <a:endParaRPr lang="en-US" sz="1100" dirty="0"/>
          </a:p>
        </p:txBody>
      </p:sp>
      <p:sp>
        <p:nvSpPr>
          <p:cNvPr id="9" name="CO card 2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O icon 2 bg"/>
          <p:cNvSpPr/>
          <p:nvPr/>
        </p:nvSpPr>
        <p:spPr>
          <a:xfrm>
            <a:off x="3429000" y="137160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11" name="CO icon 2" descr="CO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15023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CO2  Processes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fork, exec, wait, zombie, orphan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--zombie  --orphan</a:t>
            </a:r>
            <a:endParaRPr lang="en-US" sz="1100" dirty="0"/>
          </a:p>
        </p:txBody>
      </p:sp>
      <p:sp>
        <p:nvSpPr>
          <p:cNvPr id="15" name="CO card 3"/>
          <p:cNvSpPr/>
          <p:nvPr/>
        </p:nvSpPr>
        <p:spPr>
          <a:xfrm>
            <a:off x="603504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O icon 3 bg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17" name="CO icon 3" descr="CO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50235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5800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CO3  IPC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Pipe, FIFO, signals, shared memory, socket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--ipc</a:t>
            </a:r>
            <a:endParaRPr lang="en-US" sz="1100" dirty="0"/>
          </a:p>
        </p:txBody>
      </p:sp>
      <p:sp>
        <p:nvSpPr>
          <p:cNvPr id="21" name="CO card 4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O icon 4 bg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23" name="CO icon 4" descr="CO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23971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CO4  Virtual memory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Paging, page faults, copy-on-write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--mem-demo</a:t>
            </a:r>
            <a:endParaRPr lang="en-US" sz="1100" dirty="0"/>
          </a:p>
        </p:txBody>
      </p:sp>
      <p:sp>
        <p:nvSpPr>
          <p:cNvPr id="27" name="CO card 5"/>
          <p:cNvSpPr/>
          <p:nvPr/>
        </p:nvSpPr>
        <p:spPr>
          <a:xfrm>
            <a:off x="324612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CO icon 5 bg"/>
          <p:cNvSpPr/>
          <p:nvPr/>
        </p:nvSpPr>
        <p:spPr>
          <a:xfrm>
            <a:off x="3429000" y="310896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29" name="CO icon 5" descr="CO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759" y="3239719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06908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CO5  File systems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342900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Inodes, links, file I/O, snapshots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342900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--fs-demo</a:t>
            </a:r>
            <a:endParaRPr lang="en-US" sz="1100" dirty="0"/>
          </a:p>
        </p:txBody>
      </p:sp>
      <p:sp>
        <p:nvSpPr>
          <p:cNvPr id="33" name="CO card 6"/>
          <p:cNvSpPr/>
          <p:nvPr/>
        </p:nvSpPr>
        <p:spPr>
          <a:xfrm>
            <a:off x="603504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CO icon 6 bg"/>
          <p:cNvSpPr/>
          <p:nvPr/>
        </p:nvSpPr>
        <p:spPr>
          <a:xfrm>
            <a:off x="6217920" y="310896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35" name="CO icon 6" descr="CO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679" y="3239719"/>
            <a:ext cx="241402" cy="24140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85800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CO6  Concurrency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621792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Race, mutex, condvar, deadlock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621792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--race-demo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and 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make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warnings and errors with -Wall -Wextra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./ptree -o -k -d 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printed with totals and states; kernel threads hidden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Zombie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./ptree --zombie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shows state Z until waitpid; then /proc entry vanishes (exit status 42)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Orphan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./ptree --orphan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Orphan re-parented from PID 333 to the subreaper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./ptree --race-demo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lock loses updates; mutex and atomic reach 4,000,000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./ptree --deadlock-demo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wait detected by timeout; lock ordering fixes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./ptree --demo-all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demos run in order and exit with status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All tests were run on Ubuntu/Linux in a container with 2 CPUs. Numbers vary by machine.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the live tree in action</a:t>
            </a:r>
            <a:endParaRPr lang="en-US" sz="3000" dirty="0"/>
          </a:p>
        </p:txBody>
      </p:sp>
      <p:sp>
        <p:nvSpPr>
          <p:cNvPr id="3" name="Terminal"/>
          <p:cNvSpPr/>
          <p:nvPr/>
        </p:nvSpPr>
        <p:spPr>
          <a:xfrm>
            <a:off x="457200" y="1143000"/>
            <a:ext cx="4023360" cy="219456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A exits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ptree (331) [R running]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ptree (333) [S sleeping]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ptree (334) [S sleeping]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B's PPID = 333</a:t>
            </a:r>
            <a:endParaRPr lang="en-US" sz="1200" dirty="0"/>
          </a:p>
        </p:txBody>
      </p:sp>
      <p:sp>
        <p:nvSpPr>
          <p:cNvPr id="5" name="Terminal"/>
          <p:cNvSpPr/>
          <p:nvPr/>
        </p:nvSpPr>
        <p:spPr>
          <a:xfrm>
            <a:off x="4663440" y="1143000"/>
            <a:ext cx="4023360" cy="219456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2344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B re-parented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ptree (331) [R running]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ptree (334) [S sleeping]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B's PPID is now 331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(normally PID 1 / systemd)</a:t>
            </a:r>
            <a:endParaRPr lang="en-US" sz="1200" dirty="0"/>
          </a:p>
        </p:txBody>
      </p:sp>
      <p:sp>
        <p:nvSpPr>
          <p:cNvPr id="7" name="Terminal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6118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ptree (296) [R running]  root  2.0MB  thr:1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ptree (298) [Z zombie]  root  0KB  thr:1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Zombie: exited but not yet reaped. Memory is gone; only the table entry remains.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what the demos measured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527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123.5 ns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 system call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vs 1.6 ns for a normal function call: the cost of the user-to-kernel switch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527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2,049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minor page faults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after touching 2,048 pages: RAM is given on first use (demand paging)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9900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vs 2,048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faults, read vs write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after fork(): copy-on-write copies a page only when it is written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9900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1,974,539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lost updates of 4,000,000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with no lock; mutex and atomic add lost none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Also: deadlock detected after 1,151 ms and fixed by lock ordering; parallel scan read all 66 processes.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3000" dirty="0"/>
          </a:p>
        </p:txBody>
      </p:sp>
      <p:sp>
        <p:nvSpPr>
          <p:cNvPr id="3" name="Impact icon 1 bg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4" name="Impact icon 1" descr="Impac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135514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143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Learning tool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OS concept is shown on live data from a real process, not a diagram.</a:t>
            </a:r>
            <a:endParaRPr lang="en-US" sz="1800" dirty="0"/>
          </a:p>
        </p:txBody>
      </p:sp>
      <p:sp>
        <p:nvSpPr>
          <p:cNvPr id="6" name="Impact icon 2 bg"/>
          <p:cNvSpPr/>
          <p:nvPr/>
        </p:nvSpPr>
        <p:spPr>
          <a:xfrm>
            <a:off x="457200" y="2057400"/>
            <a:ext cx="640080" cy="64008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7" name="Impact icon 2" descr="Impac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1" y="222382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Troubleshooting aid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Zombies, orphans and stray children are visible at a glance in the tree.</a:t>
            </a:r>
            <a:endParaRPr lang="en-US" sz="1800" dirty="0"/>
          </a:p>
        </p:txBody>
      </p:sp>
      <p:sp>
        <p:nvSpPr>
          <p:cNvPr id="9" name="Impact icon 3 bg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10" name="Impact icon 3" descr="Impact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3092501"/>
            <a:ext cx="307238" cy="3072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880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Light and portable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Plain C, no libraries, no sudo; runs on Ubuntu and WSL.</a:t>
            </a:r>
            <a:endParaRPr lang="en-US" sz="1800" dirty="0"/>
          </a:p>
        </p:txBody>
      </p:sp>
      <p:sp>
        <p:nvSpPr>
          <p:cNvPr id="12" name="Impact icon 4 bg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pic>
        <p:nvPicPr>
          <p:cNvPr id="13" name="Impact icon 4" descr="Impact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1" y="3961181"/>
            <a:ext cx="307238" cy="30723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749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Easy to demonstrate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demo.sh builds a changing tree so + marks and Exited lines appear on cue.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Reads /proc directly and draws the live parent-child hierarchy of every process.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Shows state, owner, memory and threads, and marks new and exited processes as they happen.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Covers all six course outcomes with runnable, measured demos.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Possible next steps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E3B8"/>
                </a:solidFill>
              </a:rPr>
              <a:t>Interactive keys to collapse or kill processes, CPU usage per process, search by name, export the tree as text or JSON.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cess Tree">
  <a:themeElements>
    <a:clrScheme name="Process Tree">
      <a:dk1>
        <a:srgbClr val="0E1A14"/>
      </a:dk1>
      <a:lt1>
        <a:srgbClr val="FFFFFF"/>
      </a:lt1>
      <a:dk2>
        <a:srgbClr val="1B3A2B"/>
      </a:dk2>
      <a:lt2>
        <a:srgbClr val="EEF5F0"/>
      </a:lt2>
      <a:accent1>
        <a:srgbClr val="1F9D55"/>
      </a:accent1>
      <a:accent2>
        <a:srgbClr val="F2A93B"/>
      </a:accent2>
      <a:accent3>
        <a:srgbClr val="D64545"/>
      </a:accent3>
      <a:accent4>
        <a:srgbClr val="3B82A0"/>
      </a:accent4>
      <a:accent5>
        <a:srgbClr val="6B7F74"/>
      </a:accent5>
      <a:accent6>
        <a:srgbClr val="7A5BD0"/>
      </a:accent6>
      <a:hlink>
        <a:srgbClr val="1F9D55"/>
      </a:hlink>
      <a:folHlink>
        <a:srgbClr val="6B7F74"/>
      </a:folHlink>
    </a:clrScheme>
    <a:fontScheme name="Process Tr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Process Tree Visualizer</dc:title>
  <dc:subject>PptxGenJS Presentation</dc:subject>
  <dc:creator>Group G-15</dc:creator>
  <cp:lastModifiedBy>Group G-15</cp:lastModifiedBy>
  <cp:revision>1</cp:revision>
  <dcterms:created xsi:type="dcterms:W3CDTF">2026-10-17T01:23:29Z</dcterms:created>
  <dcterms:modified xsi:type="dcterms:W3CDTF">2026-10-17T01:23:29Z</dcterms:modified>
</cp:coreProperties>
</file>